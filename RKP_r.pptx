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9"/>
  </p:notesMasterIdLst>
  <p:sldIdLst>
    <p:sldId id="257" r:id="rId7"/>
    <p:sldId id="259" r:id="rId8"/>
    <p:sldId id="260" r:id="rId10"/>
    <p:sldId id="276" r:id="rId11"/>
    <p:sldId id="261" r:id="rId12"/>
    <p:sldId id="263" r:id="rId13"/>
    <p:sldId id="264" r:id="rId14"/>
    <p:sldId id="275" r:id="rId15"/>
    <p:sldId id="265" r:id="rId16"/>
    <p:sldId id="266" r:id="rId17"/>
    <p:sldId id="267" r:id="rId18"/>
    <p:sldId id="268" r:id="rId19"/>
    <p:sldId id="269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eit ㅤ" initials="Zㅤ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F8B31-DCDB-4ECB-935E-9089449D4DD1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A31AF-4109-4584-9F38-128CE76FBF9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A31AF-4109-4584-9F38-128CE76FBF9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A31AF-4109-4584-9F38-128CE76FBF9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A31AF-4109-4584-9F38-128CE76FBF9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A31AF-4109-4584-9F38-128CE76FBF9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D68E-4FA8-4219-87B5-20CBEA77B24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A211-8223-4603-BCA9-EBDEB516BD5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DF1C-8FA0-4FDC-B7BE-EA4B7A8A037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B5D6-92E9-4084-B399-0F96DC07425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F816-5CAA-4467-904F-D78DBF71A95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6467-8A2F-4133-B67E-23BF007684F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C5B0-BF5A-408E-87FC-F2612EBE26C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A22-8A3E-4632-84D0-50C5C3476E8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3DD8-343A-4999-BC7B-7D6BBAC131C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399E-DE25-4813-9A7D-3C32C089C00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3EA4E-F7F3-4C9B-963B-BCE137C07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D68E-4FA8-4219-87B5-20CBEA77B24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A211-8223-4603-BCA9-EBDEB516BD5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DF1C-8FA0-4FDC-B7BE-EA4B7A8A037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B5D6-92E9-4084-B399-0F96DC07425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F816-5CAA-4467-904F-D78DBF71A95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6467-8A2F-4133-B67E-23BF007684F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C5B0-BF5A-408E-87FC-F2612EBE26C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A22-8A3E-4632-84D0-50C5C3476E8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3DD8-343A-4999-BC7B-7D6BBAC131C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399E-DE25-4813-9A7D-3C32C089C00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3EA4E-F7F3-4C9B-963B-BCE137C07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D68E-4FA8-4219-87B5-20CBEA77B24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A211-8223-4603-BCA9-EBDEB516BD5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DF1C-8FA0-4FDC-B7BE-EA4B7A8A037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B5D6-92E9-4084-B399-0F96DC07425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F816-5CAA-4467-904F-D78DBF71A95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6467-8A2F-4133-B67E-23BF007684F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C5B0-BF5A-408E-87FC-F2612EBE26C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A22-8A3E-4632-84D0-50C5C3476E8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3DD8-343A-4999-BC7B-7D6BBAC131C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399E-DE25-4813-9A7D-3C32C089C00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3EA4E-F7F3-4C9B-963B-BCE137C07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D68E-4FA8-4219-87B5-20CBEA77B24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A211-8223-4603-BCA9-EBDEB516BD5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DF1C-8FA0-4FDC-B7BE-EA4B7A8A037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B5D6-92E9-4084-B399-0F96DC07425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F816-5CAA-4467-904F-D78DBF71A95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6467-8A2F-4133-B67E-23BF007684F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C5B0-BF5A-408E-87FC-F2612EBE26C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A22-8A3E-4632-84D0-50C5C3476E8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3DD8-343A-4999-BC7B-7D6BBAC131C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399E-DE25-4813-9A7D-3C32C089C00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3EA4E-F7F3-4C9B-963B-BCE137C07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D68E-4FA8-4219-87B5-20CBEA77B24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A211-8223-4603-BCA9-EBDEB516BD5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DF1C-8FA0-4FDC-B7BE-EA4B7A8A037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B5D6-92E9-4084-B399-0F96DC07425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BF816-5CAA-4467-904F-D78DBF71A95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6467-8A2F-4133-B67E-23BF007684F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C5B0-BF5A-408E-87FC-F2612EBE26C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A22-8A3E-4632-84D0-50C5C3476E8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3DD8-343A-4999-BC7B-7D6BBAC131C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399E-DE25-4813-9A7D-3C32C089C00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3EA4E-F7F3-4C9B-963B-BCE137C075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A4C4-EF8E-4A7C-88CE-4EA5FD4B0AD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A4C4-EF8E-4A7C-88CE-4EA5FD4B0AD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A4C4-EF8E-4A7C-88CE-4EA5FD4B0AD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A4C4-EF8E-4A7C-88CE-4EA5FD4B0AD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A4C4-EF8E-4A7C-88CE-4EA5FD4B0AD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93753" y="816041"/>
            <a:ext cx="8915399" cy="3387387"/>
          </a:xfrm>
        </p:spPr>
        <p:txBody>
          <a:bodyPr>
            <a:noAutofit/>
          </a:bodyPr>
          <a:lstStyle/>
          <a:p>
            <a:pPr marR="71755" defTabSz="0" hangingPunct="0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</a:t>
            </a:r>
            <a:b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дисциплине: «Разработка корпоративных приложений»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работы: Веб-приложение «Музыкальный сервис»</a:t>
            </a:r>
            <a:endParaRPr lang="ru-RU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82848" y="169117"/>
            <a:ext cx="10813408" cy="1189900"/>
          </a:xfrm>
        </p:spPr>
        <p:txBody>
          <a:bodyPr>
            <a:normAutofit/>
          </a:bodyPr>
          <a:lstStyle/>
          <a:p>
            <a:pPr marL="71755" marR="71755" algn="ctr" hangingPunct="0">
              <a:spcBef>
                <a:spcPts val="0"/>
              </a:spcBef>
              <a:spcAft>
                <a:spcPts val="0"/>
              </a:spcAft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Муромский институт (филиал) 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Федерального государственного бюджетного образовательного учреждения высшего образования</a:t>
            </a: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«Владимирский государственный университет имени Александра Григорьевича и Николая Григорьевича Столетовых»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 и Радиоэлектроники Кафедра программной инженерии</a:t>
            </a:r>
            <a:endParaRPr lang="en-US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9" name="Объект 2"/>
          <p:cNvSpPr txBox="1"/>
          <p:nvPr/>
        </p:nvSpPr>
        <p:spPr>
          <a:xfrm>
            <a:off x="9605892" y="4780803"/>
            <a:ext cx="1828800" cy="15992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72C4"/>
              </a:buClr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ПИН – 12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</a:pP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Горячев Я. В.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6784" y="0"/>
            <a:ext cx="6325998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ь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курсовой работы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381" y="898907"/>
            <a:ext cx="11257237" cy="48539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настоящего курсового проекта является разработка веб-приложения «Музыкальный сервис», предназначенного для автоматизации основных задач каталогизации музыкального контента. В рамках проекта реализованы функциональные модули, обеспечивающие размещение контента, управление контентом, формирование плейлистов.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клиент-серверного веб-приложения с использованием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операций для сущностей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механизма аутентификации и авторизации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безопасности данных и отказоустойчивости системы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6784" y="0"/>
            <a:ext cx="6325998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технического задания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9610" y="961660"/>
            <a:ext cx="10634189" cy="5320267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– веб приложение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CRUD-методы: модераторы должны иметь возможность добавлять, изменять, удалять и просматривать информацию о артистах, группах, альбомах, треках, пользователях.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Роли пользователей: интерфейс должен адаптироваться в зависимости от роли пользователя (например, модератор и обычный пользователь), что потребует реализации системы аутентификации и авторизации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данных: валидация должна быть реализована на стороне клиента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 обеспечена защита данных пользователей и предотвращение несанкционированного доступа с помощью инструментов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 Система должна быстро обрабатывать запросы пользователей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990" y="0"/>
            <a:ext cx="8542020" cy="662876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4914900" y="635127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UseCase </a:t>
            </a:r>
            <a:r>
              <a:rPr lang="ru-R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7734" y="0"/>
            <a:ext cx="5278633" cy="60690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моделей данных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0612" y="6078070"/>
            <a:ext cx="10515600" cy="460841"/>
          </a:xfrm>
        </p:spPr>
        <p:txBody>
          <a:bodyPr>
            <a:normAutofit fontScale="900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«логическая модель данных»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698710" y="890775"/>
            <a:ext cx="398929" cy="8875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-2147482612" name="Изображение -2147482613" descr="ERD mus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370" y="590550"/>
            <a:ext cx="9498330" cy="5676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-2147482598" name="Изображение -2147482599" descr="SADT mus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25" y="981075"/>
            <a:ext cx="9759950" cy="56026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7735" y="0"/>
            <a:ext cx="4396530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моделей данных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2762250" y="6453505"/>
            <a:ext cx="6908165" cy="4044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SADT-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6629" y="-257661"/>
            <a:ext cx="6016751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моделей данных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данных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 descr="fizDIAG"/>
          <p:cNvPicPr>
            <a:picLocks noChangeAspect="1"/>
          </p:cNvPicPr>
          <p:nvPr/>
        </p:nvPicPr>
        <p:blipFill>
          <a:blip r:embed="rId1"/>
          <a:srcRect r="31587" b="13843"/>
          <a:stretch>
            <a:fillRect/>
          </a:stretch>
        </p:blipFill>
        <p:spPr>
          <a:xfrm>
            <a:off x="2602865" y="670560"/>
            <a:ext cx="7392670" cy="5229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6629" y="-257661"/>
            <a:ext cx="6016751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моделей данных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-2147482607" name="Изображение -2147482608" descr="архит. сис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07415"/>
            <a:ext cx="10805160" cy="48583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16936" y="0"/>
            <a:ext cx="6016751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системы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838200" y="1078992"/>
            <a:ext cx="10515600" cy="5642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1208" y="996696"/>
            <a:ext cx="11365992" cy="489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представляет из себя веб-приложение, построенное по клиент-серверной архитектуре с использованием следующих технологий: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Spring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обеспечивает обработку бизнес-логики, работу с базой данных и API для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фронтенда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Tymeleaf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html, javascript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отвечает за пользовательский интерфейс, взаимодействие с API и отображение данных;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База данных: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используется для хранения данных о сущностях.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имеет двухзвенную структуру: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Клиентская часть (</a:t>
            </a:r>
            <a:r>
              <a:rPr lang="en-US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Tymeleaf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взаимодействует с пользователем</a:t>
            </a:r>
            <a:r>
              <a:rPr lang="en-US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Серверная часть (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обрабатывает запросы, работает с БД</a:t>
            </a:r>
            <a:r>
              <a:rPr lang="en-US" alt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Объект 2"/>
          <p:cNvSpPr txBox="1"/>
          <p:nvPr/>
        </p:nvSpPr>
        <p:spPr>
          <a:xfrm>
            <a:off x="612648" y="1243584"/>
            <a:ext cx="11173968" cy="4775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4472C4"/>
              </a:buClr>
              <a:buNone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включает следующие основные модули: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rgbClr val="4472C4"/>
              </a:buClr>
              <a:buNone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Модуль авторизации и аутентификации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вход в систему;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 (пользователь и модератор).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rgbClr val="4472C4"/>
              </a:buClr>
              <a:buNone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Модуль управления контентом (для модератора)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Просмотр, добавление, редактирование и удаление данных о треках, артитах, альбомах, группах и др.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rgbClr val="4472C4"/>
              </a:buClr>
              <a:buNone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Модуль работы с плейлистами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Просмотр, добавление, редактирование и удаление данных о плейлистах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Добавеление, удаление треков из плейлистов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4472C4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4472C4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системы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модули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Объект 2"/>
          <p:cNvSpPr txBox="1"/>
          <p:nvPr/>
        </p:nvSpPr>
        <p:spPr>
          <a:xfrm>
            <a:off x="612648" y="1243584"/>
            <a:ext cx="11173968" cy="51127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rgbClr val="4472C4"/>
              </a:buClr>
              <a:buFont typeface="Wingdings 3" panose="05040102010807070707" charset="2"/>
              <a:buNone/>
            </a:pPr>
            <a:r>
              <a:rPr lang="ru-RU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endParaRPr lang="ru-RU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реализация системы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3705" y="565716"/>
            <a:ext cx="10264588" cy="45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Язык: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Фреймворк: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Spring Boot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 для создания API.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Аутентификация: сессии через встроенную систему аутентификации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Spring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alt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Шабонизатор: </a:t>
            </a:r>
            <a:r>
              <a:rPr lang="en-US" alt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tymeleaf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создания пользовательского интерфейса</a:t>
            </a:r>
            <a:r>
              <a:rPr lang="en-US" alt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Интерактивность: 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JavaScript, </a:t>
            </a:r>
            <a:r>
              <a:rPr lang="ru-RU" alt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интерактивность, прослушивание музыки.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База данных: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Тип: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Назначение: Хранение данных о сущностях.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Объект 2"/>
          <p:cNvSpPr txBox="1"/>
          <p:nvPr/>
        </p:nvSpPr>
        <p:spPr>
          <a:xfrm>
            <a:off x="412411" y="1061180"/>
            <a:ext cx="11173968" cy="5112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680" indent="0" algn="just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 состоит из двух основных частей: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application.properties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конфигурация приложения, настройки БД (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PostgreSQL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SecurityConfig.java – настройки безопасности, аутентификации и авторизации;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Pojo/ –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моделей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(User, artist, group, album, track, comment, playlist, rating);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Controllers/ –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обработка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запросов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(AdminController, AutorizationController, mainController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др.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DTO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– передача данных между слоями.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repository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– доступ к данным через Spring Data JPA;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ClrTx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– бизнес-логика приложения;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4472C4"/>
              </a:buClr>
              <a:buFont typeface="Wingdings 3" panose="05040102010807070707" charset="2"/>
              <a:buNone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Tymeleaf: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resources/static/css/ – 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стили;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resources/static/js/ – 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интерактиность.</a:t>
            </a: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4472C4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resources/templates/ - 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4472C4"/>
              </a:buClr>
              <a:buFont typeface="Wingdings 3" panose="05040102010807070707" charset="2"/>
              <a:buNone/>
            </a:pP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реализация системы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-2147482603" name="Изображение -2147482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870" y="685800"/>
            <a:ext cx="8348345" cy="5281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Текстовое поле 2"/>
          <p:cNvSpPr txBox="1"/>
          <p:nvPr/>
        </p:nvSpPr>
        <p:spPr>
          <a:xfrm>
            <a:off x="3604260" y="6093460"/>
            <a:ext cx="4113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Треки в плейлисте</a:t>
            </a:r>
            <a:endParaRPr lang="ru-R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-2147482602" name="Изображение -21474826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870" y="775970"/>
            <a:ext cx="8176260" cy="53066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Текстовое поле 1"/>
          <p:cNvSpPr txBox="1"/>
          <p:nvPr/>
        </p:nvSpPr>
        <p:spPr>
          <a:xfrm>
            <a:off x="4474210" y="6342380"/>
            <a:ext cx="3064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альбому</a:t>
            </a:r>
            <a:endParaRPr lang="ru-R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-2147482601" name="Изображение -21474826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" y="785495"/>
            <a:ext cx="10052685" cy="5242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Текстовое поле 1"/>
          <p:cNvSpPr txBox="1"/>
          <p:nvPr/>
        </p:nvSpPr>
        <p:spPr>
          <a:xfrm>
            <a:off x="3620770" y="6155690"/>
            <a:ext cx="5828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артиста</a:t>
            </a:r>
            <a:endParaRPr lang="ru-R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Заголовок 1"/>
          <p:cNvSpPr txBox="1"/>
          <p:nvPr/>
        </p:nvSpPr>
        <p:spPr>
          <a:xfrm>
            <a:off x="3210645" y="198308"/>
            <a:ext cx="577070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  <a:endParaRPr lang="ru-RU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-2147482600" name="Изображение -21474826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575" y="706120"/>
            <a:ext cx="8324850" cy="54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Текстовое поле 1"/>
          <p:cNvSpPr txBox="1"/>
          <p:nvPr/>
        </p:nvSpPr>
        <p:spPr>
          <a:xfrm>
            <a:off x="4189730" y="6324600"/>
            <a:ext cx="4805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Комментирование, оценивание</a:t>
            </a:r>
            <a:endParaRPr lang="ru-R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данной работы была создано веб-приложение «Музыкальный сервис». Данная система использует базу данных, в которой хранится информация о треках, альбомах, группах, артистах. Система предоставляет пользователям возможность прослушивать треки, управлять плейлистами. Модераторы получают доступ ко всем таблицам базы данных.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71F4-BB5F-4DF5-93C7-FB26FF2CB0C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4876</Words>
  <Application>WPS Presentation</Application>
  <PresentationFormat>Широкоэкранный</PresentationFormat>
  <Paragraphs>213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Wingdings 3</vt:lpstr>
      <vt:lpstr>Courier New</vt:lpstr>
      <vt:lpstr>Calibri</vt:lpstr>
      <vt:lpstr>Symbol</vt:lpstr>
      <vt:lpstr>Microsoft YaHei</vt:lpstr>
      <vt:lpstr>Arial Unicode MS</vt:lpstr>
      <vt:lpstr>Calibri Light</vt:lpstr>
      <vt:lpstr>1_Тема Office</vt:lpstr>
      <vt:lpstr>Тема Office</vt:lpstr>
      <vt:lpstr>2_Тема Office</vt:lpstr>
      <vt:lpstr>3_Тема Office</vt:lpstr>
      <vt:lpstr>4_Тема Office</vt:lpstr>
      <vt:lpstr>Курсовая работа   По дисциплине: «Распределенные системы обработки данных» Тема работы: Веб-приложение «Регистратура поликлиники»</vt:lpstr>
      <vt:lpstr>Цель курсовой работы</vt:lpstr>
      <vt:lpstr>Анализ технического задания</vt:lpstr>
      <vt:lpstr>PowerPoint 演示文稿</vt:lpstr>
      <vt:lpstr>Разработка моделей данных</vt:lpstr>
      <vt:lpstr>Разработка моделей данных</vt:lpstr>
      <vt:lpstr>Разработка моделей данных</vt:lpstr>
      <vt:lpstr>Разработка моделей данных</vt:lpstr>
      <vt:lpstr>Проектирование работы системы Архитектура системы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Заключение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  По дисциплине: «Системы управления базами данных» Тема работы: «АИС Учёт Программного Обеспечения»</dc:title>
  <dc:creator>Андрей Корякин</dc:creator>
  <cp:lastModifiedBy>ogneslave</cp:lastModifiedBy>
  <cp:revision>50</cp:revision>
  <dcterms:created xsi:type="dcterms:W3CDTF">2024-12-11T16:27:00Z</dcterms:created>
  <dcterms:modified xsi:type="dcterms:W3CDTF">2026-01-13T19:22:05Z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CAF0887E015642AD8753F042DD83399D_12</vt:lpwstr>
  </property>
  <property fmtid="{D5CDD505-2E9C-101B-9397-08002B2CF9AE}" pid="3" name="KSOProductBuildVer">
    <vt:lpwstr>1049-12.2.0.23196</vt:lpwstr>
  </property>
</Properties>
</file>